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1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BREAKFAST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Hearts  ·  the number on the card = how many ingredients you need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863840" y="457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188720" y="1024128"/>
            <a:ext cx="3154680" cy="3675888"/>
          </a:xfrm>
          <a:prstGeom prst="roundRect">
            <a:avLst>
              <a:gd name="adj" fmla="val 4638"/>
            </a:avLst>
          </a:prstGeom>
          <a:solidFill>
            <a:srgbClr val="FFFCF2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1097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13048" y="402336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13048" y="433425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8308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Yogurt Berry Bowl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08760" y="1700784"/>
            <a:ext cx="2514600" cy="0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17647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 ·  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1984248"/>
            <a:ext cx="2514600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cup Greek yogurt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cup mixed berries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tbsp honey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08760" y="263804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08760" y="2857500"/>
            <a:ext cx="25146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Spoon yogurt into a bowl.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with berries.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honey over the top.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508760" y="43525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$1.40 / serving  ·  3 min  ·  serves 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00600" y="1024128"/>
            <a:ext cx="3154680" cy="3675888"/>
          </a:xfrm>
          <a:prstGeom prst="roundRect">
            <a:avLst>
              <a:gd name="adj" fmla="val 4638"/>
            </a:avLst>
          </a:prstGeom>
          <a:solidFill>
            <a:srgbClr val="FFFCF2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1097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92040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24928" y="402336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24928" y="433425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9496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Banana Oat Pancakes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20640" y="1700784"/>
            <a:ext cx="2514600" cy="0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7647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 ·  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120640" y="1984248"/>
            <a:ext cx="251460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cup rolled oats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ripe banana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egg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¼ cup milk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 of cinnamon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30129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120640" y="3232404"/>
            <a:ext cx="251460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everything smooth.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onto a hot pan.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when bubbles form.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and eat.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20640" y="43525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$0.85 / serving  ·  10 min  ·  serves 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5760" y="4901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52-Card Pantry  ·  Sample cards for user testing  ·  CS 330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901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1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BREAKFAST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Hearts  ·  Jacks are the 10-ingredient breakfast 'signature' cards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863840" y="457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188720" y="1024128"/>
            <a:ext cx="3154680" cy="3675888"/>
          </a:xfrm>
          <a:prstGeom prst="roundRect">
            <a:avLst>
              <a:gd name="adj" fmla="val 4638"/>
            </a:avLst>
          </a:prstGeom>
          <a:solidFill>
            <a:srgbClr val="FFFCF2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1097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13048" y="402336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13048" y="433425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8308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Veggie Scramble Wrap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08760" y="1700784"/>
            <a:ext cx="2514600" cy="0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17647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 ·  6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1984248"/>
            <a:ext cx="2514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eggs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¼ bell pepper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Handful spinach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¼ cup cheese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tortilla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tsp olive oil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08760" y="3419856"/>
            <a:ext cx="2514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Sauté pepper + spinach in oil.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beaten eggs; scramble.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Stir in cheese.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up in the tortilla.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508760" y="43525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$1.60 / serving  ·  12 min  ·  serves 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00600" y="1024128"/>
            <a:ext cx="3154680" cy="3675888"/>
          </a:xfrm>
          <a:prstGeom prst="roundRect">
            <a:avLst>
              <a:gd name="adj" fmla="val 4638"/>
            </a:avLst>
          </a:prstGeom>
          <a:solidFill>
            <a:srgbClr val="FFFCF2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1097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92040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24928" y="402336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24928" y="433425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9496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Breakfast Burrito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20640" y="1700784"/>
            <a:ext cx="2514600" cy="0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7647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 ·  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120640" y="1984248"/>
            <a:ext cx="123444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eggs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small potato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¼ cup black beans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¼ cup cheddar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tbsp salsa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1984248"/>
            <a:ext cx="123444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¼ bell pepper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¼ onion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tortilla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tsp oil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sauce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30129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120640" y="3232404"/>
            <a:ext cx="251460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 diced potato in oil.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pepper, onion, beans.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Scramble in the eggs.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tortilla; add cheese + salsa.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120640" y="43525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$2.10 / serving  ·  20 min  ·  serves 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5760" y="4901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52-Card Pantry  ·  Sample cards for user testing  ·  CS 330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901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FA572"/>
          </a:solidFill>
          <a:ln w="12700">
            <a:solidFill>
              <a:srgbClr val="8FA5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1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LUNCH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Diamonds  ·  quick midday cards, low ingredient counts for busy days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863840" y="457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188720" y="1024128"/>
            <a:ext cx="3154680" cy="3675888"/>
          </a:xfrm>
          <a:prstGeom prst="roundRect">
            <a:avLst>
              <a:gd name="adj" fmla="val 4638"/>
            </a:avLst>
          </a:prstGeom>
          <a:solidFill>
            <a:srgbClr val="FFFCF2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1097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13048" y="402336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13048" y="433425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8308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Caprese Sandwich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08760" y="1700784"/>
            <a:ext cx="2514600" cy="0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17647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 ·  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1984248"/>
            <a:ext cx="2514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ciabatta roll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mozzarella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tomato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tbsp basil pesto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08760" y="282549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08760" y="3044952"/>
            <a:ext cx="251460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roll, mozzarella, tomato.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pesto on the bread.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mozzarella + tomato.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and press.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508760" y="43525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$2.30 / serving  ·  5 min  ·  serves 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00600" y="1024128"/>
            <a:ext cx="3154680" cy="3675888"/>
          </a:xfrm>
          <a:prstGeom prst="roundRect">
            <a:avLst>
              <a:gd name="adj" fmla="val 4638"/>
            </a:avLst>
          </a:prstGeom>
          <a:solidFill>
            <a:srgbClr val="FFFCF2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1097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92040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24928" y="402336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24928" y="433425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9496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Chickpea Salad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20640" y="1700784"/>
            <a:ext cx="2514600" cy="0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7647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 ·  7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120640" y="1984248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can chickpeas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cucumber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Cherry tomatoes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¼ cup feta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1984248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¼ red onion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tbsp olive oil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lemon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282549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120640" y="3044952"/>
            <a:ext cx="251460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 and rinse chickpeas.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 cucumber, tomato, onion.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with feta, oil, lemon.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and serve.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120640" y="43525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$1.75 / serving  ·  10 min  ·  serves 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5760" y="4901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52-Card Pantry  ·  Sample cards for user testing  ·  CS 330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901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FA572"/>
          </a:solidFill>
          <a:ln w="12700">
            <a:solidFill>
              <a:srgbClr val="8FA5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1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LUNCH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Diamonds  ·  Queens are the 10-ingredient lunch 'signature' cards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863840" y="457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188720" y="1024128"/>
            <a:ext cx="3154680" cy="3675888"/>
          </a:xfrm>
          <a:prstGeom prst="roundRect">
            <a:avLst>
              <a:gd name="adj" fmla="val 4638"/>
            </a:avLst>
          </a:prstGeom>
          <a:solidFill>
            <a:srgbClr val="FFFCF2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1097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13048" y="402336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13048" y="433425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8308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Tuna Melt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08760" y="1700784"/>
            <a:ext cx="2514600" cy="0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17647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 ·  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1984248"/>
            <a:ext cx="251460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can tuna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tbsp mayo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slices bread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¼ cup cheddar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rib celery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08760" y="30129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08760" y="3232404"/>
            <a:ext cx="251460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tuna, mayo, diced celery.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Pile onto bread; top with cheese.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until cheese melts.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and serve.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508760" y="43525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$1.90 / serving  ·  8 min  ·  serves 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00600" y="1024128"/>
            <a:ext cx="3154680" cy="3675888"/>
          </a:xfrm>
          <a:prstGeom prst="roundRect">
            <a:avLst>
              <a:gd name="adj" fmla="val 4638"/>
            </a:avLst>
          </a:prstGeom>
          <a:solidFill>
            <a:srgbClr val="FFFCF2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1097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92040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24928" y="402336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24928" y="433425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9496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Burrito Bowl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20640" y="1700784"/>
            <a:ext cx="2514600" cy="0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7647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 ·  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120640" y="1984248"/>
            <a:ext cx="123444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cup rice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cup black beans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chicken breast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¼ cup corn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tbsp salsa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1984248"/>
            <a:ext cx="123444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avocado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¼ cup cheese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lime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Cilantro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tbsp sour cream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30129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120640" y="3232404"/>
            <a:ext cx="251460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rice; season chicken + sear.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beans and corn.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rice, beans, sliced chicken.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with the rest; squeeze lime.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120640" y="43525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$3.00 / serving  ·  25 min  ·  serves 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5760" y="4901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52-Card Pantry  ·  Sample cards for user testing  ·  CS 330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901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1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DINNER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  ·  hearty mains — draw a low number on a busy night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863840" y="457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188720" y="1024128"/>
            <a:ext cx="3154680" cy="3675888"/>
          </a:xfrm>
          <a:prstGeom prst="roundRect">
            <a:avLst>
              <a:gd name="adj" fmla="val 4638"/>
            </a:avLst>
          </a:prstGeom>
          <a:solidFill>
            <a:srgbClr val="FFFCF2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1097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13048" y="402336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13048" y="433425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8308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Bean Quesadilla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08760" y="1700784"/>
            <a:ext cx="251460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17647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 ·  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1984248"/>
            <a:ext cx="2514600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tortillas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cup black beans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¾ cup shredded cheese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08760" y="263804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08760" y="2857500"/>
            <a:ext cx="25146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beans + cheese on a tortilla.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with the second tortilla.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both sides until golden.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into wedges.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508760" y="43525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$1.20 / serving  ·  8 min  ·  serves 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00600" y="1024128"/>
            <a:ext cx="3154680" cy="3675888"/>
          </a:xfrm>
          <a:prstGeom prst="roundRect">
            <a:avLst>
              <a:gd name="adj" fmla="val 4638"/>
            </a:avLst>
          </a:prstGeom>
          <a:solidFill>
            <a:srgbClr val="FFFCF2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1097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92040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24928" y="402336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24928" y="433425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9496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Garlic Butter Noodles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20640" y="1700784"/>
            <a:ext cx="251460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7647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 ·  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120640" y="1984248"/>
            <a:ext cx="251460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oz spaghetti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tbsp butter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garlic cloves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¼ cup parmesan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Parsley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30129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120640" y="3232404"/>
            <a:ext cx="251460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 pasta; save ¼ cup water.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 butter; cook garlic 1 min.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pasta with butter + water.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parmesan and parsley.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20640" y="43525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$1.10 / serving  ·  15 min  ·  serves 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5760" y="4901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52-Card Pantry  ·  Sample cards for user testing  ·  CS 330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901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1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DINNER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  ·  Kings are the 10-ingredient dinner 'signature' cards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863840" y="457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188720" y="1024128"/>
            <a:ext cx="3154680" cy="3675888"/>
          </a:xfrm>
          <a:prstGeom prst="roundRect">
            <a:avLst>
              <a:gd name="adj" fmla="val 4638"/>
            </a:avLst>
          </a:prstGeom>
          <a:solidFill>
            <a:srgbClr val="FFFCF2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1097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13048" y="402336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13048" y="433425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8308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Sheet-Pan Sausage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08760" y="1700784"/>
            <a:ext cx="251460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17647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 ·  8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1984248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sausages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potatoes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cup broccoli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bell pepper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88920" y="1984248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red onion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tbsp olive oil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tsp garlic powder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tsp paprika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08760" y="282549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508760" y="3044952"/>
            <a:ext cx="251460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oven to 425°F.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 everything; toss with oil + spices.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on a sheet pan.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Roast 25 min, stirring once.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08760" y="43525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$2.40 / serving  ·  35 min  ·  serves 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00600" y="1024128"/>
            <a:ext cx="3154680" cy="3675888"/>
          </a:xfrm>
          <a:prstGeom prst="roundRect">
            <a:avLst>
              <a:gd name="adj" fmla="val 4638"/>
            </a:avLst>
          </a:prstGeom>
          <a:solidFill>
            <a:srgbClr val="FFFCF2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1097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92040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24928" y="402336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24928" y="433425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9496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One-Pot Chicken Pasta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120640" y="1700784"/>
            <a:ext cx="251460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17647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 ·  10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120640" y="1984248"/>
            <a:ext cx="123444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chicken thighs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oz penne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can tomatoes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onion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garlic cloves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1984248"/>
            <a:ext cx="123444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tbsp olive oil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tsp oregano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&amp; pepper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Handful spinach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¼ cup parmesan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20640" y="30129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120640" y="3232404"/>
            <a:ext cx="251460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 chicken in oil; remove.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Sauté onion + garlic.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tomatoes, pasta, 2 cups water.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Simmer 12 min; add spinach + cheese.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120640" y="43525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$3.10 / serving  ·  30 min  ·  serves 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5760" y="4901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52-Card Pantry  ·  Sample cards for user testing  ·  CS 330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0" y="4901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1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DESSERT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Spades  ·  sweet finishers — even a 2-ingredient card counts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863840" y="457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188720" y="1024128"/>
            <a:ext cx="3154680" cy="3675888"/>
          </a:xfrm>
          <a:prstGeom prst="roundRect">
            <a:avLst>
              <a:gd name="adj" fmla="val 4638"/>
            </a:avLst>
          </a:prstGeom>
          <a:solidFill>
            <a:srgbClr val="FFFCF2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1097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13048" y="402336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13048" y="433425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8308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Banana Nice Cream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08760" y="1700784"/>
            <a:ext cx="251460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17647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 ·  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19842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frozen bananas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tbsp peanut butter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08760" y="24505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08760" y="2670048"/>
            <a:ext cx="25146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frozen bananas.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with peanut butter.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down; blend until creamy.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Scoop and serve.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508760" y="43525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$0.60 / serving  ·  5 min  ·  serves 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00600" y="1024128"/>
            <a:ext cx="3154680" cy="3675888"/>
          </a:xfrm>
          <a:prstGeom prst="roundRect">
            <a:avLst>
              <a:gd name="adj" fmla="val 4638"/>
            </a:avLst>
          </a:prstGeom>
          <a:solidFill>
            <a:srgbClr val="FFFCF2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1097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92040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24928" y="402336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24928" y="433425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9496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No-Bake Energy Bites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20640" y="1700784"/>
            <a:ext cx="251460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7647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 ·  6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120640" y="1984248"/>
            <a:ext cx="2514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cup oats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cup peanut butter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tbsp honey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¼ cup chocolate chips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tbsp chia seeds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tsp vanilla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32004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120640" y="3419856"/>
            <a:ext cx="2514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Stir everything in a bowl.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 15 min to firm up.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into bite-size balls.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 the fridge.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20640" y="43525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$0.80 / serving  ·  20 min  ·  makes 12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5760" y="4901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52-Card Pantry  ·  Sample cards for user testing  ·  CS 330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901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1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DESSERT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Spades  ·  Aces are the 10-ingredient dessert 'signature' cards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863840" y="457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188720" y="1024128"/>
            <a:ext cx="3154680" cy="3675888"/>
          </a:xfrm>
          <a:prstGeom prst="roundRect">
            <a:avLst>
              <a:gd name="adj" fmla="val 4638"/>
            </a:avLst>
          </a:prstGeom>
          <a:solidFill>
            <a:srgbClr val="FFFCF2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1097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13048" y="402336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13048" y="433425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8308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PB Mug Cookie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08760" y="1700784"/>
            <a:ext cx="251460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17647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 ·  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1984248"/>
            <a:ext cx="2514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tbsp peanut butter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tbsp sugar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egg yolk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tbsp chocolate chips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08760" y="282549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08760" y="3044952"/>
            <a:ext cx="251460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PB, sugar, yolk in a mug.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 chocolate chips.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 50–60 seconds.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cool 1 min; dig in.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508760" y="43525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$0.70 / serving  ·  5 min  ·  serves 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00600" y="1024128"/>
            <a:ext cx="3154680" cy="3675888"/>
          </a:xfrm>
          <a:prstGeom prst="roundRect">
            <a:avLst>
              <a:gd name="adj" fmla="val 4638"/>
            </a:avLst>
          </a:prstGeom>
          <a:solidFill>
            <a:srgbClr val="FFFCF2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1097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92040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24928" y="402336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24928" y="433425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9496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Apple Crumble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20640" y="1700784"/>
            <a:ext cx="251460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7647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 ·  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120640" y="1984248"/>
            <a:ext cx="123444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apples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cup flour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cup oats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tbsp butter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⅓ cup brown sugar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1984248"/>
            <a:ext cx="123444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tsp cinnamon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tbsp lemon juice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tbsp white sugar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 of salt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tsp vanilla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30129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120640" y="3232404"/>
            <a:ext cx="251460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apples w/ lemon, white sugar, cinnamon.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 flour, oats, butter, brown sugar.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apples with crumble.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 375°F for 30 min.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120640" y="43525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$1.30 / serving  ·  40 min  ·  serves 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5760" y="4901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52-Card Pantry  ·  Sample cards for user testing  ·  CS 330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901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52-Card Pantry — Sample Cards for User Testing</dc:title>
  <dc:subject>PptxGenJS Presentation</dc:subject>
  <dc:creator>Nile</dc:creator>
  <cp:lastModifiedBy>Nile</cp:lastModifiedBy>
  <cp:revision>1</cp:revision>
  <dcterms:created xsi:type="dcterms:W3CDTF">2026-05-23T16:24:51Z</dcterms:created>
  <dcterms:modified xsi:type="dcterms:W3CDTF">2026-05-23T16:24:51Z</dcterms:modified>
</cp:coreProperties>
</file>