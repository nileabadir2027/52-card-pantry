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6012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96596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330  ·  L7 HIGH-FIDELITY PROTOTYPE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AF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52-Card Pantry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AF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deck of recipe cards that makes feeding yourself in college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AF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feel less like a tradeoff — and more like a game.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94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cards  ·  52 meals  ·  52 weeks of dinner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330 — L7 Prototype  ·  The 52-Card Pantry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646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Northwestern students are stuck choosing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out of three at every meal.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26060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8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194560"/>
            <a:ext cx="260604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Dining-hall meals stretch to $15+. Off-campus groceries pile up unused in the fridge.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2194560"/>
            <a:ext cx="26060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8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2194560"/>
            <a:ext cx="2606040" cy="91440"/>
          </a:xfrm>
          <a:prstGeom prst="rect">
            <a:avLst/>
          </a:prstGeom>
          <a:solidFill>
            <a:srgbClr val="8FA572"/>
          </a:solidFill>
          <a:ln w="12700">
            <a:solidFill>
              <a:srgbClr val="8FA5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8F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7889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options skew toward fries, pizza, and energy drinks — not vegetables.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2194560"/>
            <a:ext cx="26060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8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2194560"/>
            <a:ext cx="2606040" cy="9144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27889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class, a job, and a 9pm problem set, cooking from scratch loses every time.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any two — the third one suffers.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330 — L7 Prototype  ·  The 52-Card Pantry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646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52-card deck of 5-minute-friendly recipes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 shuffle, draw, and cook from.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deck of cards?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Tactile.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app to open, no battery to drain, no doom-scroll.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Constraint-driven.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card limits ingredients, so the choice is fast.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Shareable.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Cook with a roommate, trade favorites, play it as a game.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Pantry-aware.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Built around what's actually cheap, fresh, and storable.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1280160"/>
            <a:ext cx="1737360" cy="2468880"/>
          </a:xfrm>
          <a:prstGeom prst="roundRect">
            <a:avLst>
              <a:gd name="adj" fmla="val 6842"/>
            </a:avLst>
          </a:prstGeom>
          <a:solidFill>
            <a:srgbClr val="FFFCF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0" y="13533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852160" y="169164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80760" y="20574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6995160" y="33101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1737360" cy="2468880"/>
          </a:xfrm>
          <a:prstGeom prst="roundRect">
            <a:avLst>
              <a:gd name="adj" fmla="val 6842"/>
            </a:avLst>
          </a:prstGeom>
          <a:solidFill>
            <a:srgbClr val="FFFCF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1704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0" y="150876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18745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7360920" y="31272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492240" y="1371600"/>
            <a:ext cx="1737360" cy="2468880"/>
          </a:xfrm>
          <a:prstGeom prst="roundRect">
            <a:avLst>
              <a:gd name="adj" fmla="val 6842"/>
            </a:avLst>
          </a:prstGeom>
          <a:solidFill>
            <a:srgbClr val="FFFCF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14447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83680" y="17830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12280" y="21488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7726680" y="340156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21208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deck. 52 weeknight wins.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330 — L7 Prototype  ·  The 52-Card Pantry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646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deck is organized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  →  meal type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0D8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Breakfast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560320" y="173736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0D8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783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51760" y="22860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2560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Lunch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663440" y="173736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0D8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783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54880" y="22860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560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Dinner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766560" y="1737360"/>
            <a:ext cx="1874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0D8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783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58000" y="22860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SPADES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0" y="2560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Dessert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 →  ingredient count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0D8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Numbered cards (2 – 10)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8404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on the card = the number of ingredients in the recipe. A 5♥ is a 5-ingredient breakfast. A 3♣ is a 3-ingredient dinner.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34290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0D8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Face cards (J · Q · K · A)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38404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face cards are 10-ingredient signature recipes. Rank also encodes meal: J=Breakfast, Q=Lunch, K=Dinner, A=Dessert.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330 — L7 Prototype  ·  The 52-Card Pantry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646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CARD  ·  NUMBERED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of Hearts — a 5-ingredient breakfast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0" y="1280160"/>
            <a:ext cx="3108960" cy="3611880"/>
          </a:xfrm>
          <a:prstGeom prst="roundRect">
            <a:avLst>
              <a:gd name="adj" fmla="val 5294"/>
            </a:avLst>
          </a:prstGeom>
          <a:solidFill>
            <a:srgbClr val="FFFCF2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760720" y="13533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0" y="16916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0" y="4178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0" y="45079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9360" y="1417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Banana Oat Pancakes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993392"/>
            <a:ext cx="2377440" cy="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066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035040" y="2295144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cup rolled oats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ripe banana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egg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¼ cup milk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 of cinnamon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35040" y="3758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035040" y="3986784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everything until smooth.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onto a hot non-stick pan.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when bubbles form.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and eat. Done in 6 min.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35040" y="4507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$0.85 / serving  ·  10 min  ·  serves 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read this card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18288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= 5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exactly 5 ingredients, no surprises at checkout.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 = ♥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Hearts is the breakfast suit, so this is a morning card.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written for a single dorm pan and a microwave-friendly kitchen.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average grocery cost, prep time, and servings, set conservatively.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5120640" cy="502920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06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 7 cards on Sunday → that's your week of breakfasts.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330 — L7 Prototype  ·  The 52-Card Pantry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646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CARD  ·  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King of Clubs — a 10-ingredient dinner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291840" cy="3611880"/>
          </a:xfrm>
          <a:prstGeom prst="roundRect">
            <a:avLst>
              <a:gd name="adj" fmla="val 5000"/>
            </a:avLst>
          </a:prstGeom>
          <a:solidFill>
            <a:srgbClr val="FFFCF2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533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08960" y="4178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108960" y="45079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One-Pot Chicken Pasta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1993392"/>
            <a:ext cx="256032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665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295144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chicken thighs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oz penne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can diced tomatoes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onion, diced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garlic cloves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57400" y="2295144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tbsp olive oil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tsp oregano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&amp; pepper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Handful of spinach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●"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¼ cup parmesan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3621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1520" y="3849624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 chicken in oil; remove.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Sauté onion + garlic in pot.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tomatoes, pasta, 2 cups water.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Simmer 12 min. Stir in spinach + cheese.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$3.10 / serving  ·  30 min  ·  serves 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93192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face cards are different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31920" y="182880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= K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Kings are the deck's signature dinners. 10 ingredients, worth the effort.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 = ♣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same dinner suit as numbered Clubs, so it slots into the same weekly mode.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sharing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face cards default to 2 servings so you can split with a roommate.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 stretch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leftover ingredients (tomatoes, oregano, parm) feed several other low-rank cards.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31920" y="4206240"/>
            <a:ext cx="4937760" cy="502920"/>
          </a:xfrm>
          <a:prstGeom prst="roundRect">
            <a:avLst>
              <a:gd name="adj" fmla="val 18182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4206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AF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the face cards for Friday. Cook one with a friend.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330 — L7 Prototype  ·  The 52-Card Pantry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646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1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OF PLAY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students actually use the deck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8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73152" cy="3108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 MATCH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· 5 min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what's already in your fridge. Flip cards until you find one you can cook tonight without a grocery run.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060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8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554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F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3246120" y="1463040"/>
            <a:ext cx="73152" cy="3108960"/>
          </a:xfrm>
          <a:prstGeom prst="rect">
            <a:avLst/>
          </a:prstGeom>
          <a:solidFill>
            <a:srgbClr val="8FA572"/>
          </a:solidFill>
          <a:ln w="12700">
            <a:solidFill>
              <a:srgbClr val="8FA5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· Sunday ritual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74720" y="29718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7 cards face-up. That's your meal plan for the week. Build one shared shopping list from the ingredients.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1463040"/>
            <a:ext cx="26060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8C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1554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73152" cy="310896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NIGHT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Roommates · 30 min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63640" y="29718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draws 3. Trade once. Whoever cooks the lowest-rank face card wins (and gets out of dishes).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330 — L7 Prototype  ·  The 52-Card Pantry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646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6012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96596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♣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1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prototype to playable deck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2A302C"/>
          </a:solidFill>
          <a:ln w="9525">
            <a:solidFill>
              <a:srgbClr val="3A45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PLAN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teammate runs the deck with 3 students this week.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Pre-task: ask what they ate yesterday &amp; what was annoying.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them shuffle, pick a mode, and try to plan tomorrow.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where they hesitate — those are the cards we redesign.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148840"/>
            <a:ext cx="4023360" cy="2377440"/>
          </a:xfrm>
          <a:prstGeom prst="roundRect">
            <a:avLst>
              <a:gd name="adj" fmla="val 3846"/>
            </a:avLst>
          </a:prstGeom>
          <a:solidFill>
            <a:srgbClr val="2A302C"/>
          </a:solidFill>
          <a:ln w="9525">
            <a:solidFill>
              <a:srgbClr val="3A45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GOALS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6060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ingredient lists so substitutions are obvious.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suit-as-meal-type is intuitive without a key.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back-of-card cost estimate students can trust.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physical print run, PDF, or both for next round.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 for A6: a deck students will actually keep on their kitchen counter.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330 — L7 Prototype  ·  The 52-Card Pantry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646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52-Card Pantry — CS 330 L7 Prototype</dc:title>
  <dc:subject>PptxGenJS Presentation</dc:subject>
  <dc:creator>Nile</dc:creator>
  <cp:lastModifiedBy>Nile</cp:lastModifiedBy>
  <cp:revision>1</cp:revision>
  <dcterms:created xsi:type="dcterms:W3CDTF">2026-05-13T19:53:10Z</dcterms:created>
  <dcterms:modified xsi:type="dcterms:W3CDTF">2026-05-13T19:53:10Z</dcterms:modified>
</cp:coreProperties>
</file>